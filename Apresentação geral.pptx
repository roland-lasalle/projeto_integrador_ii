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1a5bf27e0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1a5bf27e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1a5bf27e0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1a5bf27e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1a5bf27e0_0_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1a5bf27e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1a5bf27e0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1a5bf27e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1a5bf27e0_0_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1a5bf27e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1a5bf27e0_0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1a5bf27e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1a5bf27e0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1a5bf27e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1a5bf27e0_0_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1a5bf27e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pt-BR" sz="2300">
                <a:latin typeface="Arial"/>
                <a:ea typeface="Arial"/>
                <a:cs typeface="Arial"/>
                <a:sym typeface="Arial"/>
              </a:rPr>
              <a:t>APRESENTAÇÃO – PROJETO INTEGRADOR II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04"/>
            <a:ext cx="8222100" cy="21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Otimização do Relatório de Performance Individual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Roland Alexis Carreno Sanchez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Análise e Desenvolvimento de Sistemas – Unilasalle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Empresa parceira: HCLTech Brasil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Professor: Filipo Novo Mór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Situação Atual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Relatórios de performance elaborados manualmente.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Dados distribuídos em vários sistemas.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Processo demorado.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Dificuldade de visualização dos indicadores.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Feedbacks nem sempre realizados no momento adequado.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Principais dificuldades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Múltiplas fontes de dados.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Ausência de visão consolidada.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Tempo elevado para análise.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Dificuldade na identificação de desvios.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Processo de feedback lento.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Objetivos do Projeto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/>
              <a:t>Objetivo Geral</a:t>
            </a:r>
            <a:endParaRPr b="1"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600"/>
              <a:t>Integrar dados de múltiplas fontes com apoio de Inteligência Artificial.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700"/>
              <a:t>Objetivos Específicos</a:t>
            </a:r>
            <a:endParaRPr b="1" sz="17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Reduzir o tempo de geração dos relatórios.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Melhorar a visualização dos indicadores.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Facilitar a tomada de decisão.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/>
              <a:t>Automatizar parcialmente os feedbacks.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Fontes de dados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Dados coletados de: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BR"/>
              <a:t>Avaya CMS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BR"/>
              <a:t>Microsoft Outlook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BR"/>
              <a:t>My Time Journal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pt-BR"/>
              <a:t>Sistema interno de comunicação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Todos os dados foram anonimizados em conformidade com a LGPD.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Solução desenvolvida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Arquivo único em Microsoft Excel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Consolidação das informações.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Base única de dados.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Dashboard interativo.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Filtros por período.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Filtros por colaborador.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Indicadores de desempenho.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Uso da Inteligência Artificial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 partir dos indicadores do dashboard: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Geração automática de rascunhos de feedback.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Padronização das avaliações.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Redução do tempo de escrita.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Apoio aos gestores.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Ferramenta utilizada: ChatGPT.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Benefícios Obtidos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Centralização das informações.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Maior rapidez na análise.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Melhor visualização dos indicadores.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Redução do trabalho manual.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Agilidade nos feedbacks.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Sem custos adicionais de software.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Aproveitamento das ferramentas já disponíveis.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Avaliação da Empresa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O representante da empresa informou que: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solução atende à necessidade atual.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modelo poderá ser utilizado internamente.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dashboard facilita a visualização dos dados.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projeto demonstrou potencial de aplicação real.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Conclusão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O projeto demonstrou que: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possível consolidar dados de diferentes sistemas.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Excel pode funcionar como ferramenta de BI de baixo custo.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IA pode acelerar a geração de feedbacks.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solução contribui para melhorar a gestão de desempenho.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